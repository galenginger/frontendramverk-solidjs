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22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2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88952" cy="45720"/>
          </a:xfrm>
          <a:prstGeom prst="rect">
            <a:avLst/>
          </a:prstGeom>
          <a:solidFill>
            <a:srgbClr val="76B3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ramverk — redovisning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Todo-app byggd med SolidJS + TypeScript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av appen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enkel att-göra-lista (Todo-app)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Lägga till en ny uppgift via ett formulär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 av en uppgift — texten stryks över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bort en uppgift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hur många uppgifter som är kvar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Meddelande visas när listan är tom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Navigerar till "Om ramverket" via klient-routing (/om)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TILL RAMVERKET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är SolidJS?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Skapat av Ryan Carniato, släppt 2018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reaktivt JavaScript-ramverk för att bygga användargränssnitt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Använder JSX — ser ut ungefär som React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Virtual DOM — uppdaterar riktig DOM direkt och exakt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Byggs ofta med Vite som utvecklingsserver / byggverktyg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TILL RAMVERKET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 vs React — kort sagt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komponentfunktionen körs OM ("re-render") vid varje ändring, med hjälp av en Virtual DOM som jämför gammalt/nytt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SolidJS: komponentfunktionen körs bara EN gång — reaktiva "signals" uppdaterar sedan bara exakt den DOM-nod som ändrats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SolidJS slipper hela re-render-steget, vilket ofta gör det snabbare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Syntaxen (JSX, komponenter, props) känns väldigt lik React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TILL RAMVERKET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 vs React — jämförelse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SolidJS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F7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reactivity, ingen Virtual DOM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DOM med diffing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 state-ändring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Bara berörd DOM-nod uppdateras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Hela komponenten körs 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createSignal()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Litet, växande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Enormt, industristandard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@solidjs/router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react-router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Databindning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Kopplar ett värde i state till ett HTML-element, t.ex. ett textfält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value={text()}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onInput={(e) =&gt; setText(e.currentTarget.value)}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Villkorlig rendering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Visar olika innehåll beroende på ett villkor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&lt;Show when={todos().length &gt; 0} fallback={&lt;p&gt;Inga uppgifter än.&lt;/p&gt;}&gt;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&lt;/Show&gt;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rendering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 upp en lista av komponenter — en per objekt i en array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 each={todos()}&gt;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{(todo) =&gt; &lt;TodoItem ... /&gt;}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&lt;/For&gt;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Klass- och stilbindning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Sätter en CSS-klass villkorligt — genomstruken text på avklarade uppgifter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src/components/TodoItem.tsx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 classList={{ done: props.done }}&gt;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&lt;/li&gt;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Tillståndshantering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som kan ändras och som appen "kommer ihåg" och reagerar på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[todos, setTodos] = createSignal&lt;Todo[]&gt;([])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[text, setText] = createSignal('')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Eventhantering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 kod när användaren gör något — klickar eller skickar ett formulär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src/App.tsx / TodoItem.tsx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onSubmit={addTodo}&gt;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onClick={props.onRemove}&gt;✕&lt;/button&gt;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Återanvändbar byggsten som tar emot props och renderar 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src/components/TodoItem.tsx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TodoItem(props: TodoItemProps) {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&lt;li&gt;...&lt;/li&gt;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TILL RAMVERKET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dokumentation &amp; framtid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mindre än Reacts, men aktivt och växande — Discord-community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Dokumentation: tydlig och beginner-vänlig på solidjs.com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Skapare Ryan Carniato jobbar numer även med Solid Start (fullstack-ramverk ovanpå SolidJS)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Används av bl.a. mindre startups och prestandakänsliga projekt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Växer stadigt i popularitet tack vare sin prestanda och enkla mentala modell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AVSLUT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Sammanfattning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SolidJS liknar React i syntax men fungerar helt annorlunda under huven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+ ingen Virtual DOM = mindre omkörning, ofta bättre prestanda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Byggde en Todo-app som täcker alla 7 kärnkoncept + klient-routing (VG-nivå)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Lärde mig att tänka reaktivt istället för i re-renders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Frågor?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 för mig!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F7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DET FUNGERAR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Klient-routing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0"/>
          </a:xfrm>
          <a:prstGeom prst="line">
            <a:avLst/>
          </a:prstGeom>
          <a:noFill/>
          <a:ln w="25400">
            <a:solidFill>
              <a:srgbClr val="76B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Låter appen visa olika sidor/komponenter beroende på URL:en, utan att ladda om sidan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src/index.tsx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4F3EC"/>
          </a:solidFill>
          <a:ln w="12700">
            <a:solidFill>
              <a:srgbClr val="E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&lt;Router&gt;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path="/" component={App} /&gt;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path="/om" component={About} /&gt;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&lt;/Router&gt;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2026-08-27T16:36:12Z</dcterms:created>
  <dcterms:modified xsi:type="dcterms:W3CDTF">2026-08-27T16:36:12Z</dcterms:modified>
</cp:coreProperties>
</file>